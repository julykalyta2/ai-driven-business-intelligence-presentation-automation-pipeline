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Parkside Apartments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Investor Performance Presentation</a:t>
            </a:r>
          </a:p>
          <a:p>
            <a:r>
              <a:t>Synthetic Data | Automated Python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Effective Revenue: $1,434,500</a:t>
            </a:r>
          </a:p>
          <a:p>
            <a:pPr>
              <a:defRPr sz="2400"/>
            </a:pPr>
            <a:r>
              <a:t>Operating Expenses: $750,500</a:t>
            </a:r>
          </a:p>
          <a:p>
            <a:pPr>
              <a:defRPr sz="2400"/>
            </a:pPr>
            <a:r>
              <a:t>Net Operating Income: $684,000</a:t>
            </a:r>
          </a:p>
          <a:p>
            <a:pPr>
              <a:defRPr sz="2400"/>
            </a:pPr>
            <a:r>
              <a:t>Average Occupancy: 95.17%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Net Operating Income</a:t>
            </a:r>
          </a:p>
        </p:txBody>
      </p:sp>
      <p:pic>
        <p:nvPicPr>
          <p:cNvPr id="3" name="Picture 2" descr="monthly_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696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Occupancy remained near the operational target.</a:t>
            </a:r>
          </a:p>
          <a:p>
            <a:pPr>
              <a:defRPr sz="2400"/>
            </a:pPr>
            <a:r>
              <a:t>Revenue finished below budget.</a:t>
            </a:r>
          </a:p>
          <a:p>
            <a:pPr>
              <a:defRPr sz="2400"/>
            </a:pPr>
            <a:r>
              <a:t>Operating expenses exceeded budget.</a:t>
            </a:r>
          </a:p>
          <a:p>
            <a:pPr>
              <a:defRPr sz="2400"/>
            </a:pPr>
            <a:r>
              <a:t>Management should review variances and NOI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Review revenue variance drivers.</a:t>
            </a:r>
          </a:p>
          <a:p>
            <a:pPr>
              <a:defRPr sz="2400"/>
            </a:pPr>
            <a:r>
              <a:t>Investigate lower-occupancy months.</a:t>
            </a:r>
          </a:p>
          <a:p>
            <a:pPr>
              <a:defRPr sz="2400"/>
            </a:pPr>
            <a:r>
              <a:t>Monitor operating expense categories.</a:t>
            </a:r>
          </a:p>
          <a:p>
            <a:pPr>
              <a:defRPr sz="2400"/>
            </a:pPr>
            <a:r>
              <a:t>Compare monthly NOI with future periods.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Synthetic multifamily operations dataset</a:t>
            </a:r>
          </a:p>
          <a:p>
            <a:pPr>
              <a:defRPr sz="2400"/>
            </a:pPr>
            <a:r>
              <a:t>Python and pandas financial analysis</a:t>
            </a:r>
          </a:p>
          <a:p>
            <a:pPr>
              <a:defRPr sz="2400"/>
            </a:pPr>
            <a:r>
              <a:t>Automated matplotlib visualization</a:t>
            </a:r>
          </a:p>
          <a:p>
            <a:pPr>
              <a:defRPr sz="2400"/>
            </a:pPr>
            <a:r>
              <a:t>Rule-based management commentary</a:t>
            </a:r>
          </a:p>
          <a:p>
            <a:pPr>
              <a:defRPr sz="2400"/>
            </a:pPr>
            <a:r>
              <a:t>PowerPoint generated using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